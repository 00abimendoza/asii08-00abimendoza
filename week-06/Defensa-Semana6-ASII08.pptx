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502920"/>
            <a:ext cx="1828800" cy="182880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4" name="Image 0" descr="icons/cam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9601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SISTEMAS II   ·   MÓDULO ASII-08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7452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Traslados, altas y liberación de camas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evaluación parcial — Defensa de la arquitectura propuesta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60704" y="4041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41605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98064" y="4041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41605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35424" y="4041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Esaú Abimael de la Cruz Mendoza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6016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1890-21-13279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5715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Richard David Ortíz Sasvin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6016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Hospitalario Integrado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participa y qué procesos ejecuta?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autorizados y los dos casos de uso centrales del módulo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adm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130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404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operaciones autorizadas del módulo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medic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375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1821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3456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traslado y alta según autorización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251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s/enfermer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8912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233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Enfermera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507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operaciones hospitalarias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s/recepc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406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5285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55595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funciones del flujo de admisión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74920" y="1691640"/>
            <a:ext cx="0" cy="4572000"/>
          </a:xfrm>
          <a:prstGeom prst="line">
            <a:avLst/>
          </a:prstGeom>
          <a:noFill/>
          <a:ln w="15875">
            <a:solidFill>
              <a:srgbClr val="E2E8F5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406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40680" y="2121408"/>
            <a:ext cx="608076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669280" y="23408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s/traslad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2459736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55080" y="2368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Traslado interno de paciente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5760720" y="296265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5989320" y="284378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cama destino disponible en el mismo tenant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760720" y="332841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989320" y="320954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 origen → limpieza · cama destino → ocupada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5760720" y="369417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5989320" y="357530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permanece activa; se registra bed_transfers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40680" y="4270248"/>
            <a:ext cx="608076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669280" y="448970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5" name="Image 5" descr="icons/alta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4608576"/>
            <a:ext cx="265176" cy="26517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355080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hospitalaria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5760720" y="511149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5989320" y="499262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tipo de alta (voluntaria, médica, fallecimiento, traslado)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5760720" y="54772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5989320" y="535838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admisión y registra fecha/motivo de egreso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5760720" y="584301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5989320" y="572414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 asociada → limpieza · rechaza altas repetidas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Traslados, altas y liberación de camas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que sostienen el diseño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requisitos funcionales y no funcionales con mayor peso arquitectónico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24912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traslado ejecuta en una única transacción atómica: libera cama origen, ocupa destino, actualiza admisión y registra historial.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38144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529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 / 07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6732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alta requiere un tipo válido y libera la cama asociada de forma atómica al cerrar la admisión.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809744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admisión ya dada de alta no puede volver a procesarse.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522976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5614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852160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endpoint exige middleware de tenant, autenticación JWT y rol autorizado.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2395728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724912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críticas se ejecutan dentro de transacciones de base de datos.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438144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3529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76732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lectura y escritura se filtra por tenant_id; sin cruces entre hospitales.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480560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64808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4809744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estricta Presentation → Application → Domain.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5522976"/>
            <a:ext cx="5303520" cy="896112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64808" y="5614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64808" y="5852160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dominio no dependen de HTTP, Eloquent ni SQL.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Traslados, altas y liberación de camas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aplicado: Liskov Substitution Principle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 y alta comparten el punto de partida, pero no el mismo contrato de comportamiento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DF1E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38528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6" name="Image 0" descr="icons/bloque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57400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56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SalidaPaciente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6700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base obliga a: cerrar admisión, liberar cama y marcarla disponible de inmediato.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246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TrasladoPaciente no puede sustituir a la clase base sin contradecirla: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0120" y="3611880"/>
            <a:ext cx="73152" cy="731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70432" y="3520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debe cerrar la admisión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" y="3941064"/>
            <a:ext cx="73152" cy="731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70432" y="38496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validar una cama destino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60120" y="4270248"/>
            <a:ext cx="73152" cy="731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70432" y="4178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cama origen no debe pasar a disponible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" y="4754880"/>
            <a:ext cx="47091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482803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7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necesita condicionales por tipo concreto para corregir el comportamiento heredado — se rompe la sustituibilidad.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9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7960" y="193852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66544"/>
            <a:ext cx="246888" cy="24688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178040" y="1956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17804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OperacionDisposicionPaciente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26700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mínimo común: admisión activa, transacción, cama origen → limpieza, trazabilidad.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3246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OperacionTraslado y OperacionAlta implementan el contrato y agregan solo sus reglas propias: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583680" y="377647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793992" y="3685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Traslado: valida y ocupa cama destino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583680" y="41056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793992" y="4014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Alta: valida datos y cierra la admisión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583680" y="4434840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793992" y="43434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contradice al contrato común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537960" y="4754880"/>
            <a:ext cx="47091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675120" y="482803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0B5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trabaja contra la abstracción común y ya no necesita identificar el subtipo para actuar correctamente.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Traslados, altas y liberación de camas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solicitud HTTP a PostgreSQL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depende de contratos (Repository), nunca de Eloquent directamente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presentati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64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075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TransferController · DischargeController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8379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solicitud y delega — sin SQL ni reglas de negocio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88136" y="2404872"/>
            <a:ext cx="0" cy="29260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77240" y="2697480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applicati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8437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2679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2990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TransferPatientService · DischargePatientService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6080760" y="27523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el caso de uso completo dentro de una transacción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088136" y="3319272"/>
            <a:ext cx="0" cy="29260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777240" y="3611880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icons/doma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75818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3593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AdmissionDischargePolicy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6080760" y="36667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independientes de HTTP y de Eloquent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088136" y="4233672"/>
            <a:ext cx="0" cy="29260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77240" y="4526280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icons/candado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67258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1640" y="4507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Interfaces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1691640" y="4818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AdmissionRepository · BedRepository · TransactionManager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6080760" y="45811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que Application conoce — no implementaciones concretas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1088136" y="5148072"/>
            <a:ext cx="0" cy="29260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777240" y="5440680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4" descr="icons/infra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86984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691640" y="54223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50" dirty="0"/>
          </a:p>
        </p:txBody>
      </p:sp>
      <p:sp>
        <p:nvSpPr>
          <p:cNvPr id="31" name="Text 24"/>
          <p:cNvSpPr txBox="1"/>
          <p:nvPr/>
        </p:nvSpPr>
        <p:spPr>
          <a:xfrm>
            <a:off x="1691640" y="57332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Eloquent Repositories · LaravelTransactionManager → PostgreSQL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6080760" y="54955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 reemplazables sin tocar los casos de uso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Traslados, altas y liberación de camas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API y seguridad de acceso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endpoints, un mismo pasillo de seguridad antes de llegar al controlador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</a:t>
            </a:r>
            <a:endParaRPr lang="en-US" sz="1200" dirty="0"/>
          </a:p>
        </p:txBody>
      </p:sp>
      <p:pic>
        <p:nvPicPr>
          <p:cNvPr id="7" name="Image 0" descr="icons/flecha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14884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14600" y="2029968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1460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jwt.auth</a:t>
            </a:r>
            <a:endParaRPr lang="en-US" sz="1200" dirty="0"/>
          </a:p>
        </p:txBody>
      </p:sp>
      <p:pic>
        <p:nvPicPr>
          <p:cNvPr id="10" name="Image 1" descr="icons/flecha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21488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9120" y="2029968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38912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880360"/>
            <a:ext cx="10927080" cy="150876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136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traslad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64408"/>
            <a:ext cx="310896" cy="31089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645920" y="3136392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645920" y="31363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2514600" y="311810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/api/v1/admissions/{admissionId}/transfer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3749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 en TransferPatientService · responde 200 con la nueva cama o 409/422 si la cama destino no está disponible.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617720"/>
            <a:ext cx="10927080" cy="150876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487375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icons/alta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001768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645920" y="4873752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645920" y="48737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2514600" y="485546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/api/v1/admissions/{admissionId}/discharge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5486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 en DischargePatientService · responde 200 al cerrar la admisión o 409 si ya fue dada de alta.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Traslados, altas y liberación de camas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regla de negocio a la prueba automatizada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decisión → evidencia: cada criterio de aceptación tiene una prueba que lo respalda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60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169164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01368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691640"/>
            <a:ext cx="44805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70248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arquitectónica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32520" y="1691640"/>
            <a:ext cx="2514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42248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(test)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96012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148840"/>
            <a:ext cx="23774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148840"/>
            <a:ext cx="448056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2148840"/>
            <a:ext cx="251460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CA-01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801368" y="2148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 exitoso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70248" y="2148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atómica vía TransactionManagerInterface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842248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TransferPatientServiceTest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960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1640" y="29260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292608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520" y="2926080"/>
            <a:ext cx="2514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CA-02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801368" y="2926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no disponible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270248" y="2926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Revalidación de disponibilidad en Application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842248" y="2926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TransferPatientServiceTest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703320"/>
            <a:ext cx="96012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91640" y="3703320"/>
            <a:ext cx="237744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3703320"/>
            <a:ext cx="448056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3703320"/>
            <a:ext cx="251460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CA-04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801368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repetida rechazada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270248" y="37033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AdmissionDischargePolicy, regla de dominio pura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842248" y="3703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AdmissionDischargePolicyTest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4480560"/>
            <a:ext cx="960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91640" y="448056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0520" y="448056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4480560"/>
            <a:ext cx="2514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480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CA-05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801368" y="4480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ante fallo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270248" y="44805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LaravelTransactionManager + PostgreSQL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842248" y="4480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TransferPatientPostgreSqlTest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completa en ADR-001-arquitectura.md §10 y ESPECIFICACION.md §9–10 del repositorio.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Traslados, altas y liberación de camas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práctico: nuevo tipo de alta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cons/herramienta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533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planteado: el hospital solicita un nuevo tipo de alta — “alta_administrativa” (traslado a otro centro por convenio).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2219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el valor a la lista validada en AdmissionDischargePolicy (regla de dominio, RB-08) — único punto de verdad sobre tipos de alta válidos.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18211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TransferController, DischargeController, los repositorios y el contrato API no se modifican: la capa Application ya delega la validación al dominio.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1422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AdmissionDischargePolicyTest se extiende con el nuevo caso; TransferPatientServiceTest y DischargePatientServiceTest quedan intactos.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525780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141A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257800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de cambio, sin tocar HTTP, persistencia ni las reglas de traslado — consecuencia directa de la separación por capas y de aplicar LSP en el contrato de disposición del paciente.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ASII-08 · Traslados, altas y liberación de camas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2026-09-10T06:02:45Z</dcterms:created>
  <dcterms:modified xsi:type="dcterms:W3CDTF">2026-09-10T06:02:45Z</dcterms:modified>
</cp:coreProperties>
</file>