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9921240" y="502920"/>
            <a:ext cx="1828800" cy="1828800"/>
          </a:xfrm>
          <a:prstGeom prst="ellipse">
            <a:avLst/>
          </a:prstGeom>
          <a:solidFill>
            <a:srgbClr val="141A45"/>
          </a:solidFill>
          <a:ln/>
        </p:spPr>
      </p:sp>
      <p:pic>
        <p:nvPicPr>
          <p:cNvPr id="4" name="Image 0" descr="icons/usuario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9601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417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SISTEMAS II   ·   MÓDULO ASII-08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87452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Segunda evaluación parcial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88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de componentes, UX, accesibilidad y movilidad con el prototipo navegable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715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Esaú Abimael de la Cruz Mendoza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6016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Carné 1890-21-13279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498080" y="5715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Richard David Ortíz Sasvin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498080" y="6016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Hospitalario Integrado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Decisiones de componentes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 — el refactor ya decidido en ADR-001, no uno nuevo para esta defensa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icons/component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865376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755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Pattern adoptado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40080" y="2468880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25786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(Alternativa B, rechazada)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8803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dependían de Eloquent y de DB::transaction() directamente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3566160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68680" y="36758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(implementado)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39776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dependen solo de 4 interfaces — Eloquent es sustituible por dobles de prueba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0080" y="4663440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68680" y="47731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50749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TransferPatientServiceTest y DischargePatientServiceTest corren sin PostgreSQL real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ASII-08 · Segunda evaluación parcial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UX, accesibilidad y movilidad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8, 9 y 10 — mismo flujo, evaluado y adaptado, no rediseñado tres veces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F7F9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ux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130552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6517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UX (semana 8)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914400" y="3355848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15568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con inicio, decisión, confirmación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14400" y="4133088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15568" y="40233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vacío / carga / éxito / error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14400" y="4910328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15568" y="48006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wireframes anotados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389120" y="178308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F7F9FC"/>
          </a:solidFill>
          <a:ln/>
        </p:spPr>
      </p:sp>
      <p:sp>
        <p:nvSpPr>
          <p:cNvPr id="15" name="Shape 12"/>
          <p:cNvSpPr/>
          <p:nvPr/>
        </p:nvSpPr>
        <p:spPr>
          <a:xfrm>
            <a:off x="4617720" y="2011680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1" descr="icons/accesibilid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130552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617720" y="26517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Accesibilidad (semana 9)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4663440" y="3355848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4864608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hallazgos con checklist WCAG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663440" y="4133088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864608" y="40233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del rojo verificado: 7.33:1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663440" y="4910328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864608" y="48006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más alta: confirmar antes de un alta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138160" y="178308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F7F9FC"/>
          </a:solidFill>
          <a:ln/>
        </p:spPr>
      </p:sp>
      <p:sp>
        <p:nvSpPr>
          <p:cNvPr id="25" name="Shape 21"/>
          <p:cNvSpPr/>
          <p:nvPr/>
        </p:nvSpPr>
        <p:spPr>
          <a:xfrm>
            <a:off x="8366760" y="2011680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2" descr="icons/movilida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2130552"/>
            <a:ext cx="292608" cy="292608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8366760" y="26517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Movilidad (semana 10)</a:t>
            </a:r>
            <a:endParaRPr lang="en-US" sz="1450" dirty="0"/>
          </a:p>
        </p:txBody>
      </p:sp>
      <p:sp>
        <p:nvSpPr>
          <p:cNvPr id="28" name="Shape 23"/>
          <p:cNvSpPr/>
          <p:nvPr/>
        </p:nvSpPr>
        <p:spPr>
          <a:xfrm>
            <a:off x="8412480" y="3355848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613648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pantallas responsive (320–430px)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8412480" y="4133088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613648" y="40233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 fijos al pie, alcance del pulgar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8412480" y="4910328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613648" y="48006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ante conexión limitada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ASII-08 · Segunda evaluación parcial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prototipo: roles, estados, errores y riesgos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11 — navegable de verdad, no capturas estáticas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417320" y="1783080"/>
            <a:ext cx="3657600" cy="37490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0" y="1783080"/>
            <a:ext cx="3657600" cy="37490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pic>
        <p:nvPicPr>
          <p:cNvPr id="6" name="Image 0" descr="crop-desktop-exit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08760" y="1847088"/>
            <a:ext cx="3474720" cy="3611880"/>
          </a:xfrm>
          <a:prstGeom prst="rect">
            <a:avLst/>
          </a:prstGeom>
        </p:spPr>
      </p:pic>
      <p:pic>
        <p:nvPicPr>
          <p:cNvPr id="7" name="Image 1" descr="crop-desktop-erro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223760" y="1847088"/>
            <a:ext cx="3474720" cy="36118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17320" y="5623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feliz — rol Enfermera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949440" y="5623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crítico (CA-02) — datos conservados, sin duplicar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ASII-08 · Segunda evaluación parcial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decisión → RF/RNF → evidencia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decisión de diseño está atada a un requisito real y a una prueba o artefacto verificable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206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737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arquitectónica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760720" y="1737360"/>
            <a:ext cx="21488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870448" y="17373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RF/RNF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909560" y="1737360"/>
            <a:ext cx="39776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19288" y="173736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194560"/>
            <a:ext cx="5120640" cy="77724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0" y="2194560"/>
            <a:ext cx="2148840" cy="77724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9560" y="2194560"/>
            <a:ext cx="3977640" cy="77724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21945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 (Application solo conoce interfaces)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870448" y="21945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RNF-04, RNF-05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019288" y="219456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TransferPatientServiceTest.php (dobles, sin BD)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2971800"/>
            <a:ext cx="5120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2971800"/>
            <a:ext cx="21488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09560" y="2971800"/>
            <a:ext cx="3977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29718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oculta acciones no autorizadas por rol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870448" y="29718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RF-09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019288" y="297180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Wireframe W2 (semana 8) + roles de ESPECIFICACION §3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" y="3749040"/>
            <a:ext cx="5120640" cy="77724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60720" y="3749040"/>
            <a:ext cx="2148840" cy="77724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09560" y="3749040"/>
            <a:ext cx="3977640" cy="77724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37490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bloquea envío sin cama destino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870448" y="37490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RF-03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019288" y="374904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 (semana 8), M3 (semana 10), prototipo (semana 11)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" y="4526280"/>
            <a:ext cx="5120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60720" y="4526280"/>
            <a:ext cx="21488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09560" y="4526280"/>
            <a:ext cx="3977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9808" y="45262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crítico conserva datos, reintento no duplica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870448" y="45262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RF-08 / RB-06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019288" y="452628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CA-02, prototipo error (semana 11)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0080" y="5303520"/>
            <a:ext cx="5120640" cy="77724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60720" y="5303520"/>
            <a:ext cx="2148840" cy="77724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09560" y="5303520"/>
            <a:ext cx="3977640" cy="77724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49808" y="53035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responsive 320–430px, botones fijos al pie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5870448" y="53035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 de usabilidad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8019288" y="530352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M1–M5 (semana 10)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ASII-08 · Segunda evaluación parcial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Cambio solicitado: rol "Auditor de calidad"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lectura — ve el historial de traslados/altas, no ejecuta acciones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icons/cambi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719072"/>
            <a:ext cx="265176" cy="2651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98448" y="1600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Escenario: el hospital pide un rol nuevo para revisión de calidad, sin permiso de ejecutar traslados ni altas.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1" descr="icons/componente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44144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98448" y="23134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3200400" y="22860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agrega "auditor_calidad" al catálogo de roles (Spatie Permission). No se toca TransferPatientService ni DischargePatientService.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308152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2" descr="icons/ux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19125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98448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UX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3200400" y="30358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pantalla de decisión (W2, semana 8) ya oculta botones de acción según permiso — el auditor ve la información, sin botones, sin diseñar nada nuevo.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3831336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3" descr="icons/accesibilida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941064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98448" y="38130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Accesibilidad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3200400" y="378561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Mismos componentes, mismo contraste ya verificado (7.33:1), misma navegación por teclado evaluada en semana 9.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40080" y="4581144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4" descr="icons/movilidad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690872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98448" y="45628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Movilidad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3200400" y="4535424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layout responsive de semana 10 — el rol no cambia el breakpoint ni el orden de contenido.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40080" y="5404104"/>
            <a:ext cx="10927080" cy="658368"/>
          </a:xfrm>
          <a:prstGeom prst="roundRect">
            <a:avLst>
              <a:gd name="adj" fmla="val 13889"/>
            </a:avLst>
          </a:prstGeom>
          <a:solidFill>
            <a:srgbClr val="141A4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914400" y="5404104"/>
            <a:ext cx="10378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punto de cambio (catálogo de roles) — consecuencia directa de diseñar la UI ya condicionada por permiso desde la semana 8, no un ajuste improvisado para esta defensa.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ASII-08 · Segunda evaluación parcial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2026-09-17T03:03:58Z</dcterms:created>
  <dcterms:modified xsi:type="dcterms:W3CDTF">2026-09-17T03:03:58Z</dcterms:modified>
</cp:coreProperties>
</file>